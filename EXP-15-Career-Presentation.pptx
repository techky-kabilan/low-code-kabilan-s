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e21b37caad4694" /><Relationship Type="http://schemas.openxmlformats.org/officeDocument/2006/relationships/extended-properties" Target="/docProps/app.xml" Id="R1133538b24d34ba8" /><Relationship Type="http://schemas.openxmlformats.org/officeDocument/2006/relationships/officeDocument" Target="/ppt/presentation.xml" Id="Re76709ff1851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94c462a7b484a"/>
  </p:sldMasterIdLst>
  <p:notesMasterIdLst>
    <p:notesMasterId xmlns:r="http://schemas.openxmlformats.org/officeDocument/2006/relationships" r:id="R2c14b36bf8d44b45"/>
  </p:notesMasterIdLst>
  <p:sldIdLst>
    <p:sldId xmlns:r="http://schemas.openxmlformats.org/officeDocument/2006/relationships" id="256" r:id="Reb08e910496d4d56"/>
    <p:sldId xmlns:r="http://schemas.openxmlformats.org/officeDocument/2006/relationships" id="257" r:id="R57a159d57dd74fda"/>
    <p:sldId xmlns:r="http://schemas.openxmlformats.org/officeDocument/2006/relationships" id="258" r:id="R71432a4da6314c62"/>
    <p:sldId xmlns:r="http://schemas.openxmlformats.org/officeDocument/2006/relationships" id="259" r:id="Rff0350c7cda9464f"/>
    <p:sldId xmlns:r="http://schemas.openxmlformats.org/officeDocument/2006/relationships" id="260" r:id="R026e649e0af146fc"/>
    <p:sldId xmlns:r="http://schemas.openxmlformats.org/officeDocument/2006/relationships" id="261" r:id="R4b741fbcfa2e49ce"/>
    <p:sldId xmlns:r="http://schemas.openxmlformats.org/officeDocument/2006/relationships" id="262" r:id="R4d4aebe43e474485"/>
    <p:sldId xmlns:r="http://schemas.openxmlformats.org/officeDocument/2006/relationships" id="263" r:id="R53060d89e5f7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e9fb0e9e64c30" /><Relationship Type="http://schemas.openxmlformats.org/officeDocument/2006/relationships/slideMaster" Target="/ppt/slideMasters/slideMaster1.xml" Id="Rcac94c462a7b484a" /><Relationship Type="http://schemas.openxmlformats.org/officeDocument/2006/relationships/notesMaster" Target="/ppt/notesMasters/notesMaster1.xml" Id="R2c14b36bf8d44b45" /><Relationship Type="http://schemas.openxmlformats.org/officeDocument/2006/relationships/presProps" Target="/ppt/presProps.xml" Id="Rf3014bf8c6724ed1" /><Relationship Type="http://schemas.openxmlformats.org/officeDocument/2006/relationships/tableStyles" Target="/ppt/tableStyles.xml" Id="Rad4d1106462b4618" /><Relationship Type="http://schemas.openxmlformats.org/officeDocument/2006/relationships/slide" Target="/ppt/slides/slide1.xml" Id="Reb08e910496d4d56" /><Relationship Type="http://schemas.openxmlformats.org/officeDocument/2006/relationships/slide" Target="/ppt/slides/slide2.xml" Id="R57a159d57dd74fda" /><Relationship Type="http://schemas.openxmlformats.org/officeDocument/2006/relationships/slide" Target="/ppt/slides/slide3.xml" Id="R71432a4da6314c62" /><Relationship Type="http://schemas.openxmlformats.org/officeDocument/2006/relationships/slide" Target="/ppt/slides/slide4.xml" Id="Rff0350c7cda9464f" /><Relationship Type="http://schemas.openxmlformats.org/officeDocument/2006/relationships/slide" Target="/ppt/slides/slide5.xml" Id="R026e649e0af146fc" /><Relationship Type="http://schemas.openxmlformats.org/officeDocument/2006/relationships/slide" Target="/ppt/slides/slide6.xml" Id="R4b741fbcfa2e49ce" /><Relationship Type="http://schemas.openxmlformats.org/officeDocument/2006/relationships/slide" Target="/ppt/slides/slide7.xml" Id="R4d4aebe43e474485" /><Relationship Type="http://schemas.openxmlformats.org/officeDocument/2006/relationships/slide" Target="/ppt/slides/slide8.xml" Id="R53060d89e5f7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92afb62da45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aa199b851d4c0c" /><Relationship Type="http://schemas.openxmlformats.org/officeDocument/2006/relationships/notesMaster" Target="/ppt/notesMasters/notesMaster1.xml" Id="Rde0d8fabe2d8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11d15b49a4b1a" /><Relationship Type="http://schemas.openxmlformats.org/officeDocument/2006/relationships/notesMaster" Target="/ppt/notesMasters/notesMaster1.xml" Id="R51c6a68bb30e42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f04002d314c1f" /><Relationship Type="http://schemas.openxmlformats.org/officeDocument/2006/relationships/notesMaster" Target="/ppt/notesMasters/notesMaster1.xml" Id="R7e8649b33a5d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501b2742f64246" /><Relationship Type="http://schemas.openxmlformats.org/officeDocument/2006/relationships/notesMaster" Target="/ppt/notesMasters/notesMaster1.xml" Id="Rddb26be30f894f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a753f1f6234123" /><Relationship Type="http://schemas.openxmlformats.org/officeDocument/2006/relationships/notesMaster" Target="/ppt/notesMasters/notesMaster1.xml" Id="R65dd46c2e8b143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ab34c5f6a14c1e" /><Relationship Type="http://schemas.openxmlformats.org/officeDocument/2006/relationships/notesMaster" Target="/ppt/notesMasters/notesMaster1.xml" Id="R4092991ff98b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2719865c394a5b" /><Relationship Type="http://schemas.openxmlformats.org/officeDocument/2006/relationships/notesMaster" Target="/ppt/notesMasters/notesMaster1.xml" Id="Ra18cf080691c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179c392ef443a7" /><Relationship Type="http://schemas.openxmlformats.org/officeDocument/2006/relationships/notesMaster" Target="/ppt/notesMasters/notesMaster1.xml" Id="Rcf89d46ec6ba41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low-code as one approach to building business applications. This talk uses our insurance application to explain useful career skills. It makes no salary or employment guarantee. References: https://www.zoho.com/creator/training/ https://www.zoho.com/creator/certification.html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illustrative role pathways, not a survey of vacancies. Explain that job titles vary between employers. A student can demonstrate each area with a concrete project artifact. Reference: https://www.zoho.com/creator/training/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a drag-and-drop interface still requires engineering judgment. Our high-value review and reminder tests show the need for validation. Role separation and recovery testing remain areas to complete. References: https://www.zoho.com/creator/training/ https://help.zoho.com/portal/en/kb/creator/developer-guide/others/platform-performance/articles/platform-performance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our previously captured live claim-type chart. It represents its capture-time records, not current totals. Explain one form relationship and one tested workflow. Do not claim real payout integration or a completed production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Zia capabilities depend on configuration and availability. Our earlier Build Agent attempt reported validation errors, so successful generation is not claimed. Future judgment: AI assistance may reduce repetitive construction while increasing the importance of review. Reference: https://help.zoho.com/portal/en/kb/creator/developer-guide/operations/zia/articles/ai-capabilities-in-creator-powered-by-zia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architectural recommendation drawn from the laboratory use case. A sequential payout simulation does not establish concurrent transaction safety. Reference: https://help.zoho.com/portal/en/kb/creator/developer-guide/others/platform-performance/articles/platform-performance https://help.zoho.com/portal/en/kb/creator/developer-guide/workflows/functions/articles/create-new-deluge-function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personal learning plan. It is not completed training. Use the existing application as the portfolio project and close one verified gap at a time. Reference for learning options: https://www.zoho.com/creator/training/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that certification can structure learning, while a runnable project and evidence help explain actual skills. Certification does not guarantee employment. Viva prompt: which role interests you most, and which project gap will you close next? Reference: https://www.zoho.com/creator/certification.html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b8eee52e445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dc2403d2b43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af9e7ae454f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76ddf58c243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546eb4dbd4b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72ad59e8041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3025ED-0D60-4717-BD7F-13E9D7F88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BBCE6B-0799-463F-B42C-07B4D6D71D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B173EE-B78C-4479-9DF2-CD016FF7E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92A6AB-5A12-4951-90B4-75C444146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A3E0AD-4D70-44F9-B1C5-4FE04E57A1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C5EAC0-9095-4289-B549-F98EE9A7E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DFF845-0A29-4399-8113-4FE7E769C8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80F9A7-C1ED-42BD-94E4-8F2A190FBE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37CD19-601D-4DAA-9C48-C6CBADA1A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EDCFBB-4994-4A5B-8509-6DD8091505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ef9ad9f722491c" /><Relationship Type="http://schemas.openxmlformats.org/officeDocument/2006/relationships/slideLayout" Target="/ppt/slideLayouts/slideLayout1.xml" Id="Rbee5b9458e104405" /><Relationship Type="http://schemas.openxmlformats.org/officeDocument/2006/relationships/slideLayout" Target="/ppt/slideLayouts/slideLayout2.xml" Id="R6f4089e1d6fd4fc7" /><Relationship Type="http://schemas.openxmlformats.org/officeDocument/2006/relationships/slideLayout" Target="/ppt/slideLayouts/slideLayout3.xml" Id="R0d15d18ead59463b" /><Relationship Type="http://schemas.openxmlformats.org/officeDocument/2006/relationships/slideLayout" Target="/ppt/slideLayouts/slideLayout4.xml" Id="R4007d2822d8f414e" /><Relationship Type="http://schemas.openxmlformats.org/officeDocument/2006/relationships/slideLayout" Target="/ppt/slideLayouts/slideLayout5.xml" Id="R3cc38fa9a15f4841" /><Relationship Type="http://schemas.openxmlformats.org/officeDocument/2006/relationships/slideLayout" Target="/ppt/slideLayouts/slideLayout6.xml" Id="R6ae4c3493a6e4a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e5b9458e104405"/>
    <p:sldLayoutId xmlns:r="http://schemas.openxmlformats.org/officeDocument/2006/relationships" id="2147483650" r:id="R6f4089e1d6fd4fc7"/>
    <p:sldLayoutId xmlns:r="http://schemas.openxmlformats.org/officeDocument/2006/relationships" id="2147483651" r:id="R0d15d18ead59463b"/>
    <p:sldLayoutId xmlns:r="http://schemas.openxmlformats.org/officeDocument/2006/relationships" id="2147483652" r:id="R4007d2822d8f414e"/>
    <p:sldLayoutId xmlns:r="http://schemas.openxmlformats.org/officeDocument/2006/relationships" id="2147483653" r:id="R3cc38fa9a15f4841"/>
    <p:sldLayoutId xmlns:r="http://schemas.openxmlformats.org/officeDocument/2006/relationships" id="2147483654" r:id="R6ae4c3493a6e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77c3faed1421e" /><Relationship Type="http://schemas.openxmlformats.org/officeDocument/2006/relationships/notesSlide" Target="/ppt/notesSlides/notesSlide1.xml" Id="Rbde7032287ba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b39ce0c624183" /><Relationship Type="http://schemas.openxmlformats.org/officeDocument/2006/relationships/notesSlide" Target="/ppt/notesSlides/notesSlide2.xml" Id="R0420831cd3bc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2ce759fb54f06" /><Relationship Type="http://schemas.openxmlformats.org/officeDocument/2006/relationships/notesSlide" Target="/ppt/notesSlides/notesSlide3.xml" Id="R77609e2b478342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6b53faf064bd1" /><Relationship Type="http://schemas.openxmlformats.org/officeDocument/2006/relationships/image" Target="/ppt/media/image.jpeg" Id="R003c623202fb4761" /><Relationship Type="http://schemas.openxmlformats.org/officeDocument/2006/relationships/notesSlide" Target="/ppt/notesSlides/notesSlide4.xml" Id="Rc90d50c92e62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683d797bf4dcd" /><Relationship Type="http://schemas.openxmlformats.org/officeDocument/2006/relationships/notesSlide" Target="/ppt/notesSlides/notesSlide5.xml" Id="Rce777ced64d5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264a6ab874d59" /><Relationship Type="http://schemas.openxmlformats.org/officeDocument/2006/relationships/notesSlide" Target="/ppt/notesSlides/notesSlide6.xml" Id="Rb299dcb6678347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5cb9135e944a9" /><Relationship Type="http://schemas.openxmlformats.org/officeDocument/2006/relationships/notesSlide" Target="/ppt/notesSlides/notesSlide7.xml" Id="R0d3b279882e14d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a5f5fe006454a" /><Relationship Type="http://schemas.openxmlformats.org/officeDocument/2006/relationships/notesSlide" Target="/ppt/notesSlides/notesSlide8.xml" Id="Rb20b22aaeda246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4B4226-F92B-461D-BA6D-B481FA4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Low-code careers</a:t>
            </a:r>
          </a:p>
          <a:p xmlns:a="http://schemas.openxmlformats.org/drawingml/2006/main"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and future directions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B94E5A-0247-4D91-BE61-DC6963C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Experiment 15</a:t>
            </a:r>
          </a:p>
          <a:p xmlns:a="http://schemas.openxmlformats.org/drawingml/2006/main"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Kabilan 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0E6A44B-D58A-46E8-B4DD-CC23764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4898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B1B550-BA0D-43EE-BF4F-3ED16873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Career pathways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A5E4C0-75E3-414B-AE2B-46179D7E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Application developer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Build forms, reports and controlled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Integration developer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Connect services and handle failed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Process analyst or platform administrator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Define requirements, access rules and release checks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454DD90-2642-4B9F-A31A-4549DA7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5147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908B75-A58C-45DC-AFE4-DC755963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Skills behind the platform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B4D7EC-284B-4A8C-B0DB-71ABF948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Data modelling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Related records, validation and accurate calculations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Deluge and APIs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Reusable functions, OAuth and error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Testing and governance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Independent user tests, audit review and recovery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16BDAC8-53B4-44E8-8664-74343831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0442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Portfolio evidence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2841EB-CB69-40D6-A479-F174998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334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Insurance Claim Management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Related forms and claim reports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Deluge workflows with test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Clear labels for simulated payouts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A reproducible demo and stated limits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BCC10-CEAF-43C4-AB53-DC0A89E2E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c623202fb4761"/>
          <a:stretch xmlns:a="http://schemas.openxmlformats.org/drawingml/2006/main"/>
        </p:blipFill>
        <p:spPr>
          <a:xfrm xmlns:a="http://schemas.openxmlformats.org/drawingml/2006/main">
            <a:off x="6526202" y="2000250"/>
            <a:ext cx="4854595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1046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9659B6-CE3D-464D-9FEE-A2DFEE6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AI-assisted development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32499F-4CF0-4353-8120-CF57F43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Current capability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Zia can assist with application design and scripts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Developer responsibility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Review the schema and verify generated logic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Observed lesson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Our earlier generation attempt failed validation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231B030-C6FE-47D2-B639-A584F91B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1994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4D0309-AA3C-407D-B78D-94D4196D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Custom code and hybrid systems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DAC3AD-11B6-4C8D-90E6-6404EB74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Creator can support the operations interface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Forms, work queues and controlled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Custom functions centralize business logic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One function can serve several workflow callers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External services need their own tests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Provider errors, duplicate requests and recovery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1130156-299B-42C4-B3C6-46D3A61A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095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CD78EC-0466-4049-B1A7-D096E62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 eight-week learning plan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319EE8-4609-447F-8A42-99B698BF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Weeks 1-2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Refine data modelling and Deluge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Weeks 3-4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Complete one authenticated service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Weeks 5-6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Test independent roles and stage a release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Weeks 7-8</a:t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Publish the case study and rehearse the demo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9B35E54-2ECA-4E45-BC96-2CFE0DC2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276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553751-2383-4F6A-B666-8DF540D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Professional readiness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24EF9B-7065-4D4F-8571-A25EAC8B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A useful portfolio shows how the app behaves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Explain a business requirement and its implementation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Demonstrate a passing test and a handled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State remaining gaps clearly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Use certification to support practical experience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8DB7E0D-3FE8-4306-9FAD-13F67757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65649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2026-10-19T17:06:44.2570000Z</dcterms:created>
  <dcterms:modified xsi:type="dcterms:W3CDTF">2026-10-19T17:06:44.2570000Z</dcterms:modified>
</coreProperties>
</file>